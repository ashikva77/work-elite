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7/13/2024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7/13/2024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96DFF08F-DC6B-4601-B491-B0F83F6DD2DA}" type="datetimeFigureOut">
              <a:rPr lang="en-US" dirty="0"/>
              <a:pPr/>
              <a:t>7/13/2024</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7/13/2024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7/13/2024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7/13/2024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7/13/2024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7/13/2024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7/13/2024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7/13/2024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96DFF08F-DC6B-4601-B491-B0F83F6DD2DA}" type="datetimeFigureOut">
              <a:rPr lang="en-US" dirty="0"/>
              <a:t>7/13/2024</a:t>
            </a:fld>
            <a:endParaRPr lang="en-US" dirty="0"/>
          </a:p>
        </p:txBody>
      </p:sp>
      <p:sp>
        <p:nvSpPr>
          <p:cNvPr id="5" name="Footer Placeholder 4"/>
          <p:cNvSpPr>
            <a:spLocks noGrp="1"/>
          </p:cNvSpPr>
          <p:nvPr>
            <p:ph type="ftr" sz="quarter" idx="11"/>
          </p:nvPr>
        </p:nvSpPr>
        <p:spPr>
          <a:xfrm>
            <a:off x="3776135" y="6422854"/>
            <a:ext cx="4279669" cy="365125"/>
          </a:xfrm>
        </p:spPr>
        <p:txBody>
          <a:bodyPr/>
          <a:lstStyle/>
          <a:p>
            <a:endParaRPr lang="en-US" dirty="0"/>
          </a:p>
        </p:txBody>
      </p:sp>
      <p:sp>
        <p:nvSpPr>
          <p:cNvPr id="6" name="Slide Number Placeholder 5"/>
          <p:cNvSpPr>
            <a:spLocks noGrp="1"/>
          </p:cNvSpPr>
          <p:nvPr>
            <p:ph type="sldNum" sz="quarter" idx="12"/>
          </p:nvPr>
        </p:nvSpPr>
        <p:spPr>
          <a:xfrm>
            <a:off x="8073048" y="6422854"/>
            <a:ext cx="879759" cy="365125"/>
          </a:xfrm>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96DFF08F-DC6B-4601-B491-B0F83F6DD2DA}" type="datetimeFigureOut">
              <a:rPr lang="en-US" dirty="0"/>
              <a:pPr/>
              <a:t>7/13/2024</a:t>
            </a:fld>
            <a:endParaRPr lang="en-US" dirty="0"/>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dirty="0"/>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4FAB73BC-B049-4115-A692-8D63A059BFB8}"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FA811-E4B7-13DC-8E4D-91DD485A79DC}"/>
              </a:ext>
            </a:extLst>
          </p:cNvPr>
          <p:cNvSpPr>
            <a:spLocks noGrp="1"/>
          </p:cNvSpPr>
          <p:nvPr>
            <p:ph type="ctrTitle"/>
          </p:nvPr>
        </p:nvSpPr>
        <p:spPr>
          <a:xfrm>
            <a:off x="545373" y="1992076"/>
            <a:ext cx="11471565" cy="1739347"/>
          </a:xfrm>
        </p:spPr>
        <p:txBody>
          <a:bodyPr/>
          <a:lstStyle/>
          <a:p>
            <a:r>
              <a:rPr lang="en-US" b="1" dirty="0"/>
              <a:t>VEHICLE RENTAL MANEGMENT SYSTEM</a:t>
            </a:r>
          </a:p>
        </p:txBody>
      </p:sp>
      <p:sp>
        <p:nvSpPr>
          <p:cNvPr id="3" name="Subtitle 2">
            <a:extLst>
              <a:ext uri="{FF2B5EF4-FFF2-40B4-BE49-F238E27FC236}">
                <a16:creationId xmlns:a16="http://schemas.microsoft.com/office/drawing/2014/main" id="{58EF168C-C2A3-D641-93D7-520203C77549}"/>
              </a:ext>
            </a:extLst>
          </p:cNvPr>
          <p:cNvSpPr>
            <a:spLocks noGrp="1"/>
          </p:cNvSpPr>
          <p:nvPr>
            <p:ph type="subTitle" idx="1"/>
          </p:nvPr>
        </p:nvSpPr>
        <p:spPr>
          <a:xfrm>
            <a:off x="3864077" y="4045411"/>
            <a:ext cx="9144000" cy="1309255"/>
          </a:xfrm>
        </p:spPr>
        <p:txBody>
          <a:bodyPr/>
          <a:lstStyle/>
          <a:p>
            <a:r>
              <a:rPr lang="en-US" dirty="0"/>
              <a:t>By Ashik VA  &amp;  Libin Joseph</a:t>
            </a:r>
          </a:p>
        </p:txBody>
      </p:sp>
    </p:spTree>
    <p:extLst>
      <p:ext uri="{BB962C8B-B14F-4D97-AF65-F5344CB8AC3E}">
        <p14:creationId xmlns:p14="http://schemas.microsoft.com/office/powerpoint/2010/main" val="2781451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FD852-F496-805E-71D5-AC96531DBAAC}"/>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a16="http://schemas.microsoft.com/office/drawing/2014/main" id="{C9E156FA-516C-B3A6-D0DE-BF7038EF3310}"/>
              </a:ext>
            </a:extLst>
          </p:cNvPr>
          <p:cNvSpPr>
            <a:spLocks noGrp="1"/>
          </p:cNvSpPr>
          <p:nvPr>
            <p:ph idx="1"/>
          </p:nvPr>
        </p:nvSpPr>
        <p:spPr>
          <a:xfrm>
            <a:off x="1202919" y="2029968"/>
            <a:ext cx="9784080" cy="4206240"/>
          </a:xfrm>
        </p:spPr>
        <p:txBody>
          <a:bodyPr>
            <a:noAutofit/>
          </a:bodyPr>
          <a:lstStyle/>
          <a:p>
            <a:pPr marL="0" indent="0">
              <a:buNone/>
            </a:pPr>
            <a:r>
              <a:rPr lang="en-US" sz="2900" dirty="0"/>
              <a:t>The project entitled </a:t>
            </a:r>
            <a:r>
              <a:rPr lang="en-US" sz="2900" b="1" dirty="0"/>
              <a:t>VEHICLE RENTAL MANAGEMENT SYSTEM </a:t>
            </a:r>
            <a:r>
              <a:rPr lang="en-US" sz="2900" dirty="0"/>
              <a:t>is designed to allow customer can easily take the booking for vehicle rentals for the services provided by the shop through the online system.</a:t>
            </a:r>
          </a:p>
          <a:p>
            <a:pPr marL="0" indent="0">
              <a:buNone/>
            </a:pPr>
            <a:r>
              <a:rPr lang="en-US" sz="2900" dirty="0"/>
              <a:t>                                                     The existing system is a manual system only provide the service to the customer and have no data about customers who have received the services. Apart from the existing system, the proposed system provides a user interactive interface for booking through online which will save their time and money.</a:t>
            </a:r>
          </a:p>
        </p:txBody>
      </p:sp>
    </p:spTree>
    <p:extLst>
      <p:ext uri="{BB962C8B-B14F-4D97-AF65-F5344CB8AC3E}">
        <p14:creationId xmlns:p14="http://schemas.microsoft.com/office/powerpoint/2010/main" val="1769808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6FD623-3408-D925-3E07-2994D509836A}"/>
              </a:ext>
            </a:extLst>
          </p:cNvPr>
          <p:cNvSpPr txBox="1"/>
          <p:nvPr/>
        </p:nvSpPr>
        <p:spPr>
          <a:xfrm>
            <a:off x="1005840" y="1078992"/>
            <a:ext cx="10728961" cy="4401205"/>
          </a:xfrm>
          <a:prstGeom prst="rect">
            <a:avLst/>
          </a:prstGeom>
          <a:noFill/>
        </p:spPr>
        <p:txBody>
          <a:bodyPr wrap="square" rtlCol="0">
            <a:spAutoFit/>
          </a:bodyPr>
          <a:lstStyle/>
          <a:p>
            <a:r>
              <a:rPr lang="en-US" sz="4000" dirty="0"/>
              <a:t>The project is intended to design and develop a software which is capable of performing activities such as providing facilities for online customer registration, keep track of the various activities in the organization, customer have the facilities for the vehicle details and take booking for rent without visiting the shop and more.</a:t>
            </a:r>
          </a:p>
        </p:txBody>
      </p:sp>
    </p:spTree>
    <p:extLst>
      <p:ext uri="{BB962C8B-B14F-4D97-AF65-F5344CB8AC3E}">
        <p14:creationId xmlns:p14="http://schemas.microsoft.com/office/powerpoint/2010/main" val="2333600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74535-86B6-B843-7A3E-66BD6CDE6AA3}"/>
              </a:ext>
            </a:extLst>
          </p:cNvPr>
          <p:cNvSpPr>
            <a:spLocks noGrp="1"/>
          </p:cNvSpPr>
          <p:nvPr>
            <p:ph type="title"/>
          </p:nvPr>
        </p:nvSpPr>
        <p:spPr>
          <a:xfrm>
            <a:off x="892676" y="284176"/>
            <a:ext cx="9784080" cy="1508760"/>
          </a:xfrm>
        </p:spPr>
        <p:txBody>
          <a:bodyPr/>
          <a:lstStyle/>
          <a:p>
            <a:r>
              <a:rPr lang="en-US" b="1" dirty="0"/>
              <a:t>Existing system</a:t>
            </a:r>
          </a:p>
        </p:txBody>
      </p:sp>
      <p:sp>
        <p:nvSpPr>
          <p:cNvPr id="3" name="Content Placeholder 2">
            <a:extLst>
              <a:ext uri="{FF2B5EF4-FFF2-40B4-BE49-F238E27FC236}">
                <a16:creationId xmlns:a16="http://schemas.microsoft.com/office/drawing/2014/main" id="{1C0E9933-30A6-FE6E-350E-E92AB11DF18A}"/>
              </a:ext>
            </a:extLst>
          </p:cNvPr>
          <p:cNvSpPr>
            <a:spLocks noGrp="1"/>
          </p:cNvSpPr>
          <p:nvPr>
            <p:ph idx="1"/>
          </p:nvPr>
        </p:nvSpPr>
        <p:spPr>
          <a:xfrm>
            <a:off x="1066723" y="2011680"/>
            <a:ext cx="9916185" cy="4562144"/>
          </a:xfrm>
        </p:spPr>
        <p:txBody>
          <a:bodyPr>
            <a:normAutofit/>
          </a:bodyPr>
          <a:lstStyle/>
          <a:p>
            <a:r>
              <a:rPr lang="en-US" sz="2400" dirty="0"/>
              <a:t>The existing system is completely manual that all works are done manually. When a customer visits the shop, the details are stored in registers there is no proper structure for collecting data from customers because of some difficulties data of some customers are note stored. At present there is no booking facilities.</a:t>
            </a:r>
          </a:p>
          <a:p>
            <a:r>
              <a:rPr lang="en-US" sz="2400" dirty="0"/>
              <a:t>                              When we want to make a report on the details of a customer who visits the shop frequently, or to find the number of customers who visited the shop in a particular month etc. It will become difficult if we are storing the customer details in papers. At present, if a customer need to know about the booking provided it is possible only by visiting the shop.</a:t>
            </a:r>
          </a:p>
        </p:txBody>
      </p:sp>
    </p:spTree>
    <p:extLst>
      <p:ext uri="{BB962C8B-B14F-4D97-AF65-F5344CB8AC3E}">
        <p14:creationId xmlns:p14="http://schemas.microsoft.com/office/powerpoint/2010/main" val="1823057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479CE-1C30-8338-6834-F5613C5C48F5}"/>
              </a:ext>
            </a:extLst>
          </p:cNvPr>
          <p:cNvSpPr>
            <a:spLocks noGrp="1"/>
          </p:cNvSpPr>
          <p:nvPr>
            <p:ph type="title"/>
          </p:nvPr>
        </p:nvSpPr>
        <p:spPr/>
        <p:txBody>
          <a:bodyPr/>
          <a:lstStyle/>
          <a:p>
            <a:r>
              <a:rPr lang="en-US" b="1" dirty="0"/>
              <a:t>Limitations of existing system</a:t>
            </a:r>
          </a:p>
        </p:txBody>
      </p:sp>
      <p:sp>
        <p:nvSpPr>
          <p:cNvPr id="3" name="Content Placeholder 2">
            <a:extLst>
              <a:ext uri="{FF2B5EF4-FFF2-40B4-BE49-F238E27FC236}">
                <a16:creationId xmlns:a16="http://schemas.microsoft.com/office/drawing/2014/main" id="{778EDD1F-5F04-9D04-C0CC-E36C5862C143}"/>
              </a:ext>
            </a:extLst>
          </p:cNvPr>
          <p:cNvSpPr>
            <a:spLocks noGrp="1"/>
          </p:cNvSpPr>
          <p:nvPr>
            <p:ph idx="1"/>
          </p:nvPr>
        </p:nvSpPr>
        <p:spPr>
          <a:xfrm>
            <a:off x="892023" y="2231136"/>
            <a:ext cx="9784080" cy="4206240"/>
          </a:xfrm>
        </p:spPr>
        <p:txBody>
          <a:bodyPr>
            <a:normAutofit fontScale="77500" lnSpcReduction="20000"/>
          </a:bodyPr>
          <a:lstStyle/>
          <a:p>
            <a:r>
              <a:rPr lang="en-US" sz="4400" dirty="0"/>
              <a:t>Need manual calculations</a:t>
            </a:r>
          </a:p>
          <a:p>
            <a:pPr marL="0" indent="0">
              <a:buNone/>
            </a:pPr>
            <a:endParaRPr lang="en-US" sz="4600" dirty="0"/>
          </a:p>
          <a:p>
            <a:r>
              <a:rPr lang="en-US" sz="4400" dirty="0"/>
              <a:t>It is possible the chance of some error</a:t>
            </a:r>
          </a:p>
          <a:p>
            <a:pPr marL="0" indent="0">
              <a:buNone/>
            </a:pPr>
            <a:endParaRPr lang="en-US" sz="4400" dirty="0"/>
          </a:p>
          <a:p>
            <a:r>
              <a:rPr lang="en-US" sz="4400" dirty="0"/>
              <a:t>The customer has to deal with some paper works</a:t>
            </a:r>
          </a:p>
          <a:p>
            <a:pPr marL="0" indent="0">
              <a:buNone/>
            </a:pPr>
            <a:endParaRPr lang="en-US" sz="4400" dirty="0"/>
          </a:p>
          <a:p>
            <a:r>
              <a:rPr lang="en-US" sz="4400" dirty="0"/>
              <a:t>Time consuming</a:t>
            </a:r>
          </a:p>
        </p:txBody>
      </p:sp>
    </p:spTree>
    <p:extLst>
      <p:ext uri="{BB962C8B-B14F-4D97-AF65-F5344CB8AC3E}">
        <p14:creationId xmlns:p14="http://schemas.microsoft.com/office/powerpoint/2010/main" val="2699060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8EBDB-FE05-EF40-42A8-03FC37358738}"/>
              </a:ext>
            </a:extLst>
          </p:cNvPr>
          <p:cNvSpPr>
            <a:spLocks noGrp="1"/>
          </p:cNvSpPr>
          <p:nvPr>
            <p:ph type="title"/>
          </p:nvPr>
        </p:nvSpPr>
        <p:spPr>
          <a:xfrm>
            <a:off x="1202919" y="235190"/>
            <a:ext cx="9784080" cy="1508760"/>
          </a:xfrm>
        </p:spPr>
        <p:txBody>
          <a:bodyPr/>
          <a:lstStyle/>
          <a:p>
            <a:r>
              <a:rPr lang="en-US" b="1" dirty="0"/>
              <a:t>Proposed system</a:t>
            </a:r>
          </a:p>
        </p:txBody>
      </p:sp>
      <p:sp>
        <p:nvSpPr>
          <p:cNvPr id="3" name="Content Placeholder 2">
            <a:extLst>
              <a:ext uri="{FF2B5EF4-FFF2-40B4-BE49-F238E27FC236}">
                <a16:creationId xmlns:a16="http://schemas.microsoft.com/office/drawing/2014/main" id="{CCC83703-BD42-92D5-C585-CB05621CE59C}"/>
              </a:ext>
            </a:extLst>
          </p:cNvPr>
          <p:cNvSpPr>
            <a:spLocks noGrp="1"/>
          </p:cNvSpPr>
          <p:nvPr>
            <p:ph idx="1"/>
          </p:nvPr>
        </p:nvSpPr>
        <p:spPr>
          <a:xfrm>
            <a:off x="1202919" y="1995352"/>
            <a:ext cx="9784080" cy="4206240"/>
          </a:xfrm>
        </p:spPr>
        <p:txBody>
          <a:bodyPr>
            <a:noAutofit/>
          </a:bodyPr>
          <a:lstStyle/>
          <a:p>
            <a:pPr marL="0" indent="0">
              <a:buNone/>
            </a:pPr>
            <a:r>
              <a:rPr lang="en-US" sz="3200" dirty="0"/>
              <a:t>The proposed system is designed to eliminate all the disadvantages of the existing system. In the proposed system there are two modules admin and customers.</a:t>
            </a:r>
          </a:p>
          <a:p>
            <a:pPr marL="0" indent="0">
              <a:buNone/>
            </a:pPr>
            <a:r>
              <a:rPr lang="en-US" sz="3200" dirty="0"/>
              <a:t>                          Admin can add vehicle and their details. The customers can register online, after registration they can view the vehicle details that are available for rent in the shop and can take booking. When a customer is registered newly they are provided with username and password.</a:t>
            </a:r>
          </a:p>
          <a:p>
            <a:pPr marL="0" indent="0">
              <a:buNone/>
            </a:pPr>
            <a:r>
              <a:rPr lang="en-US" sz="3200" dirty="0"/>
              <a:t>                  </a:t>
            </a:r>
          </a:p>
        </p:txBody>
      </p:sp>
    </p:spTree>
    <p:extLst>
      <p:ext uri="{BB962C8B-B14F-4D97-AF65-F5344CB8AC3E}">
        <p14:creationId xmlns:p14="http://schemas.microsoft.com/office/powerpoint/2010/main" val="3243099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A0F8E-20B2-B3B0-A9C5-2A00AC56933F}"/>
              </a:ext>
            </a:extLst>
          </p:cNvPr>
          <p:cNvSpPr>
            <a:spLocks noGrp="1"/>
          </p:cNvSpPr>
          <p:nvPr>
            <p:ph type="title"/>
          </p:nvPr>
        </p:nvSpPr>
        <p:spPr>
          <a:xfrm>
            <a:off x="1202919" y="251519"/>
            <a:ext cx="9784080" cy="1508760"/>
          </a:xfrm>
        </p:spPr>
        <p:txBody>
          <a:bodyPr/>
          <a:lstStyle/>
          <a:p>
            <a:r>
              <a:rPr lang="en-US" b="1" dirty="0"/>
              <a:t>objectives</a:t>
            </a:r>
          </a:p>
        </p:txBody>
      </p:sp>
      <p:sp>
        <p:nvSpPr>
          <p:cNvPr id="3" name="Content Placeholder 2">
            <a:extLst>
              <a:ext uri="{FF2B5EF4-FFF2-40B4-BE49-F238E27FC236}">
                <a16:creationId xmlns:a16="http://schemas.microsoft.com/office/drawing/2014/main" id="{705A1B0B-2030-2BE9-C2F4-CF817E15255E}"/>
              </a:ext>
            </a:extLst>
          </p:cNvPr>
          <p:cNvSpPr>
            <a:spLocks noGrp="1"/>
          </p:cNvSpPr>
          <p:nvPr>
            <p:ph idx="1"/>
          </p:nvPr>
        </p:nvSpPr>
        <p:spPr/>
        <p:txBody>
          <a:bodyPr>
            <a:noAutofit/>
          </a:bodyPr>
          <a:lstStyle/>
          <a:p>
            <a:r>
              <a:rPr lang="en-US" sz="4000" dirty="0"/>
              <a:t>To organize the services of the vehicle rental shop in a systematic manner</a:t>
            </a:r>
          </a:p>
          <a:p>
            <a:pPr marL="0" indent="0">
              <a:buNone/>
            </a:pPr>
            <a:endParaRPr lang="en-US" sz="4000" dirty="0"/>
          </a:p>
          <a:p>
            <a:r>
              <a:rPr lang="en-US" sz="4000" dirty="0"/>
              <a:t>To handle the data in the organization efficiently</a:t>
            </a:r>
          </a:p>
          <a:p>
            <a:pPr marL="0" indent="0">
              <a:buNone/>
            </a:pPr>
            <a:endParaRPr lang="en-US" sz="4000" dirty="0"/>
          </a:p>
          <a:p>
            <a:r>
              <a:rPr lang="en-US" sz="4000" dirty="0"/>
              <a:t>To save more time</a:t>
            </a:r>
          </a:p>
        </p:txBody>
      </p:sp>
    </p:spTree>
    <p:extLst>
      <p:ext uri="{BB962C8B-B14F-4D97-AF65-F5344CB8AC3E}">
        <p14:creationId xmlns:p14="http://schemas.microsoft.com/office/powerpoint/2010/main" val="2463680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1D666-6198-B662-DB82-8218FFC5EC43}"/>
              </a:ext>
            </a:extLst>
          </p:cNvPr>
          <p:cNvSpPr>
            <a:spLocks noGrp="1"/>
          </p:cNvSpPr>
          <p:nvPr>
            <p:ph type="title"/>
          </p:nvPr>
        </p:nvSpPr>
        <p:spPr>
          <a:xfrm>
            <a:off x="587829" y="284176"/>
            <a:ext cx="10399170" cy="1508760"/>
          </a:xfrm>
        </p:spPr>
        <p:txBody>
          <a:bodyPr/>
          <a:lstStyle/>
          <a:p>
            <a:r>
              <a:rPr lang="en-US" b="1" dirty="0"/>
              <a:t>Advantages of proposed system</a:t>
            </a:r>
          </a:p>
        </p:txBody>
      </p:sp>
      <p:sp>
        <p:nvSpPr>
          <p:cNvPr id="3" name="Content Placeholder 2">
            <a:extLst>
              <a:ext uri="{FF2B5EF4-FFF2-40B4-BE49-F238E27FC236}">
                <a16:creationId xmlns:a16="http://schemas.microsoft.com/office/drawing/2014/main" id="{F8D9E9B8-1E1A-A9F2-EA64-8CF693F591A0}"/>
              </a:ext>
            </a:extLst>
          </p:cNvPr>
          <p:cNvSpPr>
            <a:spLocks noGrp="1"/>
          </p:cNvSpPr>
          <p:nvPr>
            <p:ph idx="1"/>
          </p:nvPr>
        </p:nvSpPr>
        <p:spPr/>
        <p:txBody>
          <a:bodyPr>
            <a:noAutofit/>
          </a:bodyPr>
          <a:lstStyle/>
          <a:p>
            <a:r>
              <a:rPr lang="en-US" sz="3200" dirty="0"/>
              <a:t>It is not required to deal with a lot of paper works as it is automated and everything is computerized.</a:t>
            </a:r>
          </a:p>
          <a:p>
            <a:r>
              <a:rPr lang="en-US" sz="3200" dirty="0"/>
              <a:t>The system is very easy to handle for the administrator for maintaining the customer information and vehicle details etc..</a:t>
            </a:r>
          </a:p>
          <a:p>
            <a:r>
              <a:rPr lang="en-US" sz="3200" dirty="0"/>
              <a:t>It reduces time complexity.</a:t>
            </a:r>
          </a:p>
          <a:p>
            <a:r>
              <a:rPr lang="en-US" sz="3200" dirty="0"/>
              <a:t>Customer management become easier.</a:t>
            </a:r>
          </a:p>
        </p:txBody>
      </p:sp>
    </p:spTree>
    <p:extLst>
      <p:ext uri="{BB962C8B-B14F-4D97-AF65-F5344CB8AC3E}">
        <p14:creationId xmlns:p14="http://schemas.microsoft.com/office/powerpoint/2010/main" val="1376641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7476B-647B-5578-D3D0-3E8F7F7A46CC}"/>
              </a:ext>
            </a:extLst>
          </p:cNvPr>
          <p:cNvSpPr>
            <a:spLocks noGrp="1"/>
          </p:cNvSpPr>
          <p:nvPr>
            <p:ph type="title"/>
          </p:nvPr>
        </p:nvSpPr>
        <p:spPr/>
        <p:txBody>
          <a:bodyPr/>
          <a:lstStyle/>
          <a:p>
            <a:r>
              <a:rPr lang="en-US" b="1" dirty="0"/>
              <a:t>modules</a:t>
            </a:r>
          </a:p>
        </p:txBody>
      </p:sp>
      <p:sp>
        <p:nvSpPr>
          <p:cNvPr id="3" name="Text Placeholder 2">
            <a:extLst>
              <a:ext uri="{FF2B5EF4-FFF2-40B4-BE49-F238E27FC236}">
                <a16:creationId xmlns:a16="http://schemas.microsoft.com/office/drawing/2014/main" id="{7B947EBE-0169-A84A-EA5F-2F90F0B05B46}"/>
              </a:ext>
            </a:extLst>
          </p:cNvPr>
          <p:cNvSpPr>
            <a:spLocks noGrp="1"/>
          </p:cNvSpPr>
          <p:nvPr>
            <p:ph type="body" idx="1"/>
          </p:nvPr>
        </p:nvSpPr>
        <p:spPr>
          <a:xfrm>
            <a:off x="1202919" y="1913470"/>
            <a:ext cx="4754880" cy="743094"/>
          </a:xfrm>
        </p:spPr>
        <p:txBody>
          <a:bodyPr>
            <a:normAutofit/>
          </a:bodyPr>
          <a:lstStyle/>
          <a:p>
            <a:r>
              <a:rPr lang="en-US" sz="4000" dirty="0"/>
              <a:t>ADMIN</a:t>
            </a:r>
          </a:p>
        </p:txBody>
      </p:sp>
      <p:sp>
        <p:nvSpPr>
          <p:cNvPr id="4" name="Content Placeholder 3">
            <a:extLst>
              <a:ext uri="{FF2B5EF4-FFF2-40B4-BE49-F238E27FC236}">
                <a16:creationId xmlns:a16="http://schemas.microsoft.com/office/drawing/2014/main" id="{D0C38601-A529-2A7A-B3F8-67FA676F2EC7}"/>
              </a:ext>
            </a:extLst>
          </p:cNvPr>
          <p:cNvSpPr>
            <a:spLocks noGrp="1"/>
          </p:cNvSpPr>
          <p:nvPr>
            <p:ph sz="half" idx="2"/>
          </p:nvPr>
        </p:nvSpPr>
        <p:spPr/>
        <p:txBody>
          <a:bodyPr>
            <a:normAutofit/>
          </a:bodyPr>
          <a:lstStyle/>
          <a:p>
            <a:r>
              <a:rPr lang="en-US" sz="3600" dirty="0"/>
              <a:t>Manage Vehicle</a:t>
            </a:r>
          </a:p>
          <a:p>
            <a:r>
              <a:rPr lang="en-US" sz="3600" dirty="0"/>
              <a:t>View Booking Details</a:t>
            </a:r>
          </a:p>
          <a:p>
            <a:r>
              <a:rPr lang="en-US" sz="3600" dirty="0"/>
              <a:t>View Customers</a:t>
            </a:r>
          </a:p>
          <a:p>
            <a:r>
              <a:rPr lang="en-US" sz="3600" dirty="0"/>
              <a:t>View Feedbacks</a:t>
            </a:r>
          </a:p>
        </p:txBody>
      </p:sp>
      <p:sp>
        <p:nvSpPr>
          <p:cNvPr id="5" name="Text Placeholder 4">
            <a:extLst>
              <a:ext uri="{FF2B5EF4-FFF2-40B4-BE49-F238E27FC236}">
                <a16:creationId xmlns:a16="http://schemas.microsoft.com/office/drawing/2014/main" id="{BCB59BC6-FDD5-CCD7-EEA9-78733F389FF2}"/>
              </a:ext>
            </a:extLst>
          </p:cNvPr>
          <p:cNvSpPr>
            <a:spLocks noGrp="1"/>
          </p:cNvSpPr>
          <p:nvPr>
            <p:ph type="body" sz="quarter" idx="3"/>
          </p:nvPr>
        </p:nvSpPr>
        <p:spPr/>
        <p:txBody>
          <a:bodyPr>
            <a:normAutofit/>
          </a:bodyPr>
          <a:lstStyle/>
          <a:p>
            <a:r>
              <a:rPr lang="en-US" sz="3600" dirty="0"/>
              <a:t>CUSTOMER</a:t>
            </a:r>
          </a:p>
        </p:txBody>
      </p:sp>
      <p:sp>
        <p:nvSpPr>
          <p:cNvPr id="6" name="Content Placeholder 5">
            <a:extLst>
              <a:ext uri="{FF2B5EF4-FFF2-40B4-BE49-F238E27FC236}">
                <a16:creationId xmlns:a16="http://schemas.microsoft.com/office/drawing/2014/main" id="{2435802A-2734-F634-4B3C-9EFD715594B4}"/>
              </a:ext>
            </a:extLst>
          </p:cNvPr>
          <p:cNvSpPr>
            <a:spLocks noGrp="1"/>
          </p:cNvSpPr>
          <p:nvPr>
            <p:ph sz="quarter" idx="4"/>
          </p:nvPr>
        </p:nvSpPr>
        <p:spPr/>
        <p:txBody>
          <a:bodyPr>
            <a:normAutofit/>
          </a:bodyPr>
          <a:lstStyle/>
          <a:p>
            <a:r>
              <a:rPr lang="en-US" sz="3600" dirty="0"/>
              <a:t>View Vehicle Details</a:t>
            </a:r>
          </a:p>
          <a:p>
            <a:r>
              <a:rPr lang="en-US" sz="3600" dirty="0"/>
              <a:t>Book Vehicle For Rent</a:t>
            </a:r>
          </a:p>
          <a:p>
            <a:r>
              <a:rPr lang="en-US" sz="3600" dirty="0"/>
              <a:t>View Their Booking</a:t>
            </a:r>
          </a:p>
          <a:p>
            <a:r>
              <a:rPr lang="en-US" sz="3600" dirty="0"/>
              <a:t>View Their Bills</a:t>
            </a:r>
          </a:p>
        </p:txBody>
      </p:sp>
    </p:spTree>
    <p:extLst>
      <p:ext uri="{BB962C8B-B14F-4D97-AF65-F5344CB8AC3E}">
        <p14:creationId xmlns:p14="http://schemas.microsoft.com/office/powerpoint/2010/main" val="3687734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9D14C0-D850-F097-A20A-4AB9A82F80EF}"/>
              </a:ext>
            </a:extLst>
          </p:cNvPr>
          <p:cNvSpPr txBox="1"/>
          <p:nvPr/>
        </p:nvSpPr>
        <p:spPr>
          <a:xfrm>
            <a:off x="1956619" y="1455174"/>
            <a:ext cx="7639665" cy="3046988"/>
          </a:xfrm>
          <a:prstGeom prst="rect">
            <a:avLst/>
          </a:prstGeom>
          <a:noFill/>
        </p:spPr>
        <p:txBody>
          <a:bodyPr wrap="square" rtlCol="0">
            <a:spAutoFit/>
          </a:bodyPr>
          <a:lstStyle/>
          <a:p>
            <a:r>
              <a:rPr lang="en-US" sz="9600" b="1" dirty="0">
                <a:latin typeface="Barlow Black" panose="020F0502020204030204" pitchFamily="2" charset="0"/>
              </a:rPr>
              <a:t>THANK</a:t>
            </a:r>
          </a:p>
          <a:p>
            <a:r>
              <a:rPr lang="en-US" sz="9600" b="1" dirty="0">
                <a:latin typeface="Barlow Black" panose="00000A00000000000000" pitchFamily="2" charset="0"/>
              </a:rPr>
              <a:t>            YOU….</a:t>
            </a:r>
          </a:p>
        </p:txBody>
      </p:sp>
    </p:spTree>
    <p:extLst>
      <p:ext uri="{BB962C8B-B14F-4D97-AF65-F5344CB8AC3E}">
        <p14:creationId xmlns:p14="http://schemas.microsoft.com/office/powerpoint/2010/main" val="2928149017"/>
      </p:ext>
    </p:extLst>
  </p:cSld>
  <p:clrMapOvr>
    <a:masterClrMapping/>
  </p:clrMapOvr>
  <p:transition spd="med">
    <p:pull/>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ysClr val="windowText" lastClr="000000"/>
      </a:dk1>
      <a:lt1>
        <a:sysClr val="window" lastClr="FFFFFF"/>
      </a:lt1>
      <a:dk2>
        <a:srgbClr val="323232"/>
      </a:dk2>
      <a:lt2>
        <a:srgbClr val="E3DED1"/>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tint val="98000"/>
              </a:schemeClr>
              <a:schemeClr val="phClr">
                <a:tint val="99000"/>
                <a:shade val="96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C3935CB6-B0E3-44A7-AB37-996D901F73AB}"/>
    </a:ext>
  </a:extLst>
</a:theme>
</file>

<file path=docProps/app.xml><?xml version="1.0" encoding="utf-8"?>
<Properties xmlns="http://schemas.openxmlformats.org/officeDocument/2006/extended-properties" xmlns:vt="http://schemas.openxmlformats.org/officeDocument/2006/docPropsVTypes">
  <Template>TM03090430[[fn=Banded]]</Template>
  <TotalTime>187</TotalTime>
  <Words>498</Words>
  <Application>Microsoft Office PowerPoint</Application>
  <PresentationFormat>Widescreen</PresentationFormat>
  <Paragraphs>45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Barlow Black</vt:lpstr>
      <vt:lpstr>Corbel</vt:lpstr>
      <vt:lpstr>Wingdings</vt:lpstr>
      <vt:lpstr>Banded</vt:lpstr>
      <vt:lpstr>VEHICLE RENTAL MANEGMENT SYSTEM</vt:lpstr>
      <vt:lpstr>INTRODUCTION</vt:lpstr>
      <vt:lpstr>PowerPoint Presentation</vt:lpstr>
      <vt:lpstr>Existing system</vt:lpstr>
      <vt:lpstr>Limitations of existing system</vt:lpstr>
      <vt:lpstr>Proposed system</vt:lpstr>
      <vt:lpstr>objectives</vt:lpstr>
      <vt:lpstr>Advantages of proposed system</vt:lpstr>
      <vt:lpstr>modules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ASUS</cp:lastModifiedBy>
  <cp:revision>6</cp:revision>
  <dcterms:created xsi:type="dcterms:W3CDTF">2024-07-12T12:33:06Z</dcterms:created>
  <dcterms:modified xsi:type="dcterms:W3CDTF">2024-07-13T02:06:27Z</dcterms:modified>
</cp:coreProperties>
</file>